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42857428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861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583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532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5185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11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182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208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620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29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3301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2301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5110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855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4091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730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842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089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unsplash.com/s/photos/hi...">
            <a:extLst>
              <a:ext uri="{FF2B5EF4-FFF2-40B4-BE49-F238E27FC236}">
                <a16:creationId xmlns:a16="http://schemas.microsoft.com/office/drawing/2014/main" id="{FBB180E7-2E9B-66A6-D687-884A393C4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3893574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80214" y="1580536"/>
            <a:ext cx="6947127" cy="2809295"/>
          </a:xfrm>
        </p:spPr>
        <p:txBody>
          <a:bodyPr>
            <a:normAutofit/>
          </a:bodyPr>
          <a:lstStyle/>
          <a:p>
            <a:pPr algn="ctr"/>
            <a:r>
              <a:rPr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Road Accident Analysis</a:t>
            </a:r>
            <a:r>
              <a:rPr lang="en-US"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</a:t>
            </a:r>
            <a:r>
              <a:rPr b="1" u="sng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(2023 &amp; 2024)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splash.com/s/photos/ni...">
            <a:extLst>
              <a:ext uri="{FF2B5EF4-FFF2-40B4-BE49-F238E27FC236}">
                <a16:creationId xmlns:a16="http://schemas.microsoft.com/office/drawing/2014/main" id="{8F87DB47-9573-41EA-C49A-9212E5AAA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964" y="2084436"/>
            <a:ext cx="7837403" cy="3156155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India faces one of the highest road accident fatality rates globally.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 datasets remain underutilized for safety interventions.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for actionable insights to guide policy makers and stakeholders.</a:t>
            </a:r>
          </a:p>
          <a:p>
            <a:endParaRPr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4105" y="594850"/>
            <a:ext cx="5437238" cy="875071"/>
          </a:xfrm>
        </p:spPr>
        <p:txBody>
          <a:bodyPr/>
          <a:lstStyle/>
          <a:p>
            <a:r>
              <a:rPr u="sng" dirty="0">
                <a:solidFill>
                  <a:schemeClr val="bg1">
                    <a:lumMod val="9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8864" y="285455"/>
            <a:ext cx="6474542" cy="1145457"/>
          </a:xfrm>
        </p:spPr>
        <p:txBody>
          <a:bodyPr>
            <a:normAutofit/>
          </a:bodyPr>
          <a:lstStyle/>
          <a:p>
            <a:r>
              <a:rPr sz="4400" u="sng" dirty="0">
                <a:latin typeface="Arial" panose="020B0604020202020204" pitchFamily="34" charset="0"/>
                <a:cs typeface="Arial" panose="020B0604020202020204" pitchFamily="34" charset="0"/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307" y="1558731"/>
            <a:ext cx="7704667" cy="33328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Dataset: Road accident records (2023 &amp; 2024)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Total Records: ~417,882 casualties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Fields: Accident type, casualties, location, time, road type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Sources: Government accident statistics &amp; road safety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EF1DE1-8611-3C68-93AD-2C74F651577E}"/>
              </a:ext>
            </a:extLst>
          </p:cNvPr>
          <p:cNvSpPr txBox="1"/>
          <p:nvPr/>
        </p:nvSpPr>
        <p:spPr>
          <a:xfrm>
            <a:off x="2694038" y="216761"/>
            <a:ext cx="35702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u="sng" dirty="0"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IN" sz="5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8C7C0D-417F-8B7E-84D8-8A38920CB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362" y="1366684"/>
            <a:ext cx="7138218" cy="4687087"/>
          </a:xfrm>
          <a:prstGeom prst="rect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85507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unsplash.com/photos/driv...">
            <a:extLst>
              <a:ext uri="{FF2B5EF4-FFF2-40B4-BE49-F238E27FC236}">
                <a16:creationId xmlns:a16="http://schemas.microsoft.com/office/drawing/2014/main" id="{369ADB8A-6940-BBB5-D612-B88A295ACE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9112" y="1494503"/>
            <a:ext cx="7650591" cy="402139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Rural accidents: 162,018 casualties vs Urban: 255,864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vs Night: 113k casualties at night → higher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fatality risk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Slip roads &amp; one-way streets </a:t>
            </a:r>
            <a:r>
              <a:rPr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sho</a:t>
            </a:r>
            <a:r>
              <a:rPr lang="en-IN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disproportionately high accidents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Seasonal trends: Jan &amp; Mar spikes, indicating risky periods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3665" y="368711"/>
            <a:ext cx="4999703" cy="1332270"/>
          </a:xfrm>
        </p:spPr>
        <p:txBody>
          <a:bodyPr>
            <a:normAutofit/>
          </a:bodyPr>
          <a:lstStyle/>
          <a:p>
            <a:r>
              <a:rPr sz="4400" u="sng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unsplash.com/s/photos/ni...">
            <a:extLst>
              <a:ext uri="{FF2B5EF4-FFF2-40B4-BE49-F238E27FC236}">
                <a16:creationId xmlns:a16="http://schemas.microsoft.com/office/drawing/2014/main" id="{BF6819F4-0712-9865-627C-A15BBEE3C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4976" y="1504334"/>
            <a:ext cx="8034048" cy="3952569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dirty="0"/>
              <a:t> </a:t>
            </a: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Targeted rural safety programs (awareness + infrastructure).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Night-time accident prevention: Better lighting, reflective signage.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Policy intervention for high-risk roads (slip roads, one-way streets).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Seasonal campaigns in peak months (Jan, Mar).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Data-driven coordination between 6+ agencies for road safety.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4357" y="191730"/>
            <a:ext cx="7704667" cy="1312605"/>
          </a:xfrm>
        </p:spPr>
        <p:txBody>
          <a:bodyPr>
            <a:normAutofit/>
          </a:bodyPr>
          <a:lstStyle/>
          <a:p>
            <a:r>
              <a:rPr sz="4400" u="sng" dirty="0">
                <a:solidFill>
                  <a:schemeClr val="accent4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Strategic Recommendations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033" y="280221"/>
            <a:ext cx="5363497" cy="1440425"/>
          </a:xfrm>
        </p:spPr>
        <p:txBody>
          <a:bodyPr>
            <a:normAutofit/>
          </a:bodyPr>
          <a:lstStyle/>
          <a:p>
            <a:r>
              <a:rPr sz="4400" u="sng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6311" y="1897627"/>
            <a:ext cx="7704667" cy="3332816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The analysis highlights critical accident hotspots and risk factors.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By adopting data-backed interventions, stakeholders can: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Reduce fatalities significantly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Improve road safety infrastructure</a:t>
            </a:r>
          </a:p>
          <a:p>
            <a:pPr marL="0" indent="0">
              <a:buNone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</a:t>
            </a:r>
            <a:r>
              <a:rPr dirty="0">
                <a:latin typeface="Arial" panose="020B0604020202020204" pitchFamily="34" charset="0"/>
                <a:cs typeface="Arial" panose="020B0604020202020204" pitchFamily="34" charset="0"/>
              </a:rPr>
              <a:t>- Align national and state-level agencies for impact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89</TotalTime>
  <Words>223</Words>
  <Application>Microsoft Office PowerPoint</Application>
  <PresentationFormat>On-screen Show (4:3)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Corbel</vt:lpstr>
      <vt:lpstr>Wingdings</vt:lpstr>
      <vt:lpstr>Parallax</vt:lpstr>
      <vt:lpstr>Road Accident Analysis              (2023 &amp; 2024)</vt:lpstr>
      <vt:lpstr>Problem Statement</vt:lpstr>
      <vt:lpstr>Dataset Overview</vt:lpstr>
      <vt:lpstr>PowerPoint Presentation</vt:lpstr>
      <vt:lpstr>Key Insights</vt:lpstr>
      <vt:lpstr>Strategic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DELL</dc:creator>
  <cp:keywords/>
  <dc:description>generated using python-pptx</dc:description>
  <cp:lastModifiedBy>Jahanvi Mishra</cp:lastModifiedBy>
  <cp:revision>2</cp:revision>
  <dcterms:created xsi:type="dcterms:W3CDTF">2013-01-27T09:14:16Z</dcterms:created>
  <dcterms:modified xsi:type="dcterms:W3CDTF">2025-09-01T12:13:18Z</dcterms:modified>
  <cp:category/>
</cp:coreProperties>
</file>